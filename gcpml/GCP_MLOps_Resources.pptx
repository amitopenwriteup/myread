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· GOOGLE CLOUD PLATFORM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Use These GCP Resources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and How Each One Helps AI in Production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resource-by-resource guide: the purpose of each Google Cloud service and the concrete value it delivers across the ML lifecycle — from data to deployment, monitoring, retraining, governance, and ROI.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5577840"/>
            <a:ext cx="20116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asia-south1 (Mumbai)   ·   CPU-only compute   ·   One project per learner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Architecture, Not Ten Separate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07568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624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hub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65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34640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207568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624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65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93792" y="207568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624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API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965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0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9792" y="207568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Logging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2624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drift signals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1965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92640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07568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624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429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every step: Cloud Billing (cost control) and IAM (access &amp; governance)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262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this pipeline sit the practices that make it enterprise-grade: experiment tracking (MLflow), scheduled retraining, model versioning with rollback, and a business ROI review — covered on the following slides.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Billing, Budgets &amp; Alerts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 spend is easy to lose control of once training, storage and serving all run in parallel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and alerts create a hard ceiling before any resource is provisioned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billing dashboard shows exactly which service is driving cost, in real time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experiment with models and datasets without risking runaway bills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cost into a design input — sized compute, autoscaling, and lifecycle rules from day one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the later ROI and break-even analysis of the AI system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be cost-aware before provisioning anything.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 Management (IAM)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pipeline has many actors: data owners, model builders, ops, and approvers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defines who can touch data, models, and production infrastructure, and how much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groups and service accounts enforce least privilege by design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who can retrain a model from who can approve it for production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deployment, rollback, and access is traceable through audit logs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governance backbone regulators and enterprises expect from ML systems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least privilege and separation of responsibilities, not shared admin access.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the lifecycle needs one durable, organized place for files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bucket structure — training data, prediction data, models, predictions, logs, artifacts — keeps the pipeline navigable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versioning keeps prior model artifacts and datasets recoverable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and model artifacts stay reproducible across retraining cycles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outputs (results, timestamp, model version, dataset ID) are stored consistently for audit and comparison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single source of truth that FastAPI, Cloud Run and MLflow all read from and write to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Registry &amp; Cloud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must become a real, callable service — not just a file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 stores versioned container images of the FastAPI inference app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deploys that container as a managed HTTPS endpoint with automatic scaling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FastAPI → Docker → Artifact Registry → Cloud Run: a repeatable path from training to serving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zero when idle and up under load, at 1 vCPU / 2 GB, without managing servers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versions ship as new revisions — with instant rollback if a candidate underperforms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Logging &amp; Cloud Monitoring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model can fail silently — slow responses, errors, or dropped requests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 captures every request and error from the Cloud Run service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 tracks CPU, memory, latency, request count and availability on live dashboards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infrastructure problems from model problems — the service can be healthy while predictions drift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compared against the training baseline is how data drift and concept drift get caught early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evidence — not intuition — becomes the trigger and justification for retraining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 &amp; Model Versioning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retrain produces a new candidate — without tracking, none of it is comparable or reversible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records each run's parameters, metrics, and resulting artifact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revision history keeps a complete deployment trail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fair champion vs. challenger comparison before any new model goes live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tracked experiments directly to real production deployment decisions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model in production full lineage: which data, which run, which version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Scheduler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4F7FD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triggering predictions doesn't scale to a real operating rhythm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runs the prediction workflow on a fixed schedule, unattended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scheduled job covers the complete loop: trigger → predict → store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→ Cloud Run → prediction generation → Cloud Storage, fully automated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effort from routine batch inference, freeing the team for higher-value work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pattern that later scales to Pub/Sub, Eventarc and CI/CD in a full production estate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Resource, One AI Outcome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84048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the AI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Billing &amp; Budgets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visibility &amp;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Sustainable, controlled ML experimentation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 &amp;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Least-privilege, auditable model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data &amp; model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source of truth across the 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Registry + Cloud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Containerized model serving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versioned, rollback-ready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Logging &amp;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detection of drift and performance decay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&amp; Versioning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&amp; lineage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Safe, evidence-based retraining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unattended batch predictions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technical performance, governance, cost control, and automation working as one continuous lifecycle — the foundation for measurable AI business ROI.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on GCP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2026-08-29T05:19:47Z</dcterms:created>
  <dcterms:modified xsi:type="dcterms:W3CDTF">2026-08-29T05:19:47Z</dcterms:modified>
</cp:coreProperties>
</file>